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03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82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83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57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9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4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7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48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1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40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44095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59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80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71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16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2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530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Content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5108" y="3410712"/>
            <a:ext cx="3451692" cy="1758702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Abhay </a:t>
            </a:r>
            <a:r>
              <a:rPr lang="en-US" dirty="0"/>
              <a:t>K</a:t>
            </a:r>
            <a:r>
              <a:rPr lang="en-US"/>
              <a:t>umar </a:t>
            </a:r>
            <a:r>
              <a:rPr lang="en-US" dirty="0"/>
              <a:t>Angaria </a:t>
            </a:r>
          </a:p>
          <a:p>
            <a:pPr marL="0" indent="0">
              <a:buNone/>
            </a:pPr>
            <a:r>
              <a:rPr lang="en-US" dirty="0"/>
              <a:t>23010603002</a:t>
            </a:r>
          </a:p>
          <a:p>
            <a:pPr marL="0" indent="0">
              <a:buNone/>
            </a:pPr>
            <a:r>
              <a:rPr lang="en-US" dirty="0" err="1"/>
              <a:t>B.Tech</a:t>
            </a:r>
            <a:r>
              <a:rPr lang="en-US" dirty="0"/>
              <a:t> CSE 6</a:t>
            </a:r>
            <a:r>
              <a:rPr lang="en-US" baseline="30000" dirty="0"/>
              <a:t>th</a:t>
            </a:r>
            <a:r>
              <a:rPr lang="en-US" dirty="0"/>
              <a:t> Sem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75174D-E3AF-BD04-3DC4-84A2D6054C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8244" y="1720840"/>
            <a:ext cx="742933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growth of AI writing tools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tools are becoming widely used for generating text quickly and easily.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AI-generated essays, articles, and reports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and professionals are increasingly using AI to create academic and professional content.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distinguishing human vs AI content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AI-generated text often sounds natural, making it hard to tell whether a human or AI wrote it.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reliable detection systems: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maintain academic integrity and content authenticity, accurate AI detection systems are necessary.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F4DFF2-22AC-021B-16F9-20AD6DB33B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8244" y="1758045"/>
            <a:ext cx="724645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submitting AI-generated assignments: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students use AI tools to complete homework or projects instead of writing on their own.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Spread of misinformation: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can generate incorrect or misleading information that spreads easily.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 of originality: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Overuse of AI reduces creativity and independent thinking.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Difficulty maintaining academic integrity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becomes harder for institutions to ensure fair evaluation and honest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3E50EF-8788-6A15-D6DB-E100654E16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0812" y="1720840"/>
            <a:ext cx="705538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Plagiarism tools cannot detect AI text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plagiarism checkers compare copied content, but AI-generated text is original, so it may not be flagged.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content appears natural: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 AI models produce human-like writing, making detection more difficult.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evolution of AI models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systems are continuously improving, which makes older detection methods less effective.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of false detection: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chance of wrongly labeling human-written content as AI-generated (false positives).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E6A274-2351-BEF8-1EFB-6FF11CBA45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710" y="1588433"/>
            <a:ext cx="712758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writing patterns: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sentence structure, vocabulary usage, and stylistic features to identify patterns typical of AI-generated text.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text predictability: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how predictable the text is using metrics like perplexity or repetition patterns.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Machine Learning models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trained models (e.g., Logistic Regression, SVM, or Neural Networks) to classify the content.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AI probability score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the likelihood (percentage) that the text is AI-generated along with the final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90" y="136690"/>
            <a:ext cx="7805701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dirty="0">
                <a:solidFill>
                  <a:srgbClr val="EBEBEB"/>
                </a:solidFill>
              </a:rPr>
              <a:t>System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11B73F-51B1-9B15-104E-F2BED927F8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645" y="2014857"/>
            <a:ext cx="8342709" cy="39973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Working of the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1521B4-E9ED-D84B-5D35-40AAEB4ED7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956" y="2106856"/>
            <a:ext cx="725076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Text: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provides text or PPT content as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&amp; Tokenize: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removes unwanted words and splits text into tokens.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Extract Features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is converted into numerical features (like TF-IDF).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Analyze Using ML Model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predicts whether the content is AI-generated or human-written.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Prediction: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shows the result with a confidence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9CA5019-280F-BF57-25EA-D6CD55F37B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710" y="1720840"/>
            <a:ext cx="766107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programming language used to build and implement the system.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 (Natural Language Processing):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process, clean, and analyze text data.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Library for implementing machine learning models like Logistic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Regression, SVM, and Random Forest.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/ </a:t>
            </a:r>
            <a:r>
              <a:rPr kumimoji="0" lang="en-US" altLang="en-US" sz="1800" b="1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PyTorch</a:t>
            </a: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 frameworks used for advanced neural network models.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Transformers: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powerful language models (like BERT) to improve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AI content detection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0BB032-67AC-687B-46FC-CA6EEF0CD4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5676" y="1853248"/>
            <a:ext cx="705847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simple and fast classification algorithm that predicts whether 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the text is AI or Human using probability.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Forest:</a:t>
            </a:r>
            <a:br>
              <a:rPr kumimoji="0" lang="en-US" altLang="en-US" sz="1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ensemble model that uses multiple decision trees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improve accuracy and reduce overfitting.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 (Support Vector Machine):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powerful algorithm that finds the best boundary 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separate AI-generated and human-written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Maintains academic honesty</a:t>
            </a:r>
          </a:p>
          <a:p>
            <a:r>
              <a:t>• Fast detection</a:t>
            </a:r>
          </a:p>
          <a:p>
            <a:r>
              <a:t>• Easy LMS integration</a:t>
            </a:r>
          </a:p>
          <a:p>
            <a:r>
              <a:t>• Reduces AI misuse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Not 100% accurate</a:t>
            </a:r>
          </a:p>
          <a:p>
            <a:r>
              <a:t>• Possible false positives</a:t>
            </a:r>
          </a:p>
          <a:p>
            <a:r>
              <a:t>• AI models evolve quickly</a:t>
            </a:r>
          </a:p>
          <a:p>
            <a:r>
              <a:t>• Requires large dataset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Essential in modern education</a:t>
            </a:r>
          </a:p>
          <a:p>
            <a:r>
              <a:t>• Improves trust in content</a:t>
            </a:r>
          </a:p>
          <a:p>
            <a:r>
              <a:t>• Future: real-time detection</a:t>
            </a:r>
          </a:p>
          <a:p>
            <a:r>
              <a:t>• Integration with platforms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139</TotalTime>
  <Words>669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AI Content Detection System</vt:lpstr>
      <vt:lpstr>Introduction</vt:lpstr>
      <vt:lpstr>Problem Statement</vt:lpstr>
      <vt:lpstr>Existing Challenges</vt:lpstr>
      <vt:lpstr>Proposed Solution</vt:lpstr>
      <vt:lpstr>System Architecture</vt:lpstr>
      <vt:lpstr>Working of the System</vt:lpstr>
      <vt:lpstr>Technologies Used</vt:lpstr>
      <vt:lpstr>Algorithms Used</vt:lpstr>
      <vt:lpstr>Advantages</vt:lpstr>
      <vt:lpstr>Limitations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Night Mare</dc:creator>
  <cp:keywords/>
  <dc:description>generated using python-pptx</dc:description>
  <cp:lastModifiedBy>Night Mare</cp:lastModifiedBy>
  <cp:revision>3</cp:revision>
  <dcterms:created xsi:type="dcterms:W3CDTF">2013-01-27T09:14:16Z</dcterms:created>
  <dcterms:modified xsi:type="dcterms:W3CDTF">2026-02-14T03:20:31Z</dcterms:modified>
  <cp:category/>
</cp:coreProperties>
</file>