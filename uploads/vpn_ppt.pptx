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71" r:id="rId9"/>
    <p:sldId id="262" r:id="rId10"/>
    <p:sldId id="263" r:id="rId11"/>
    <p:sldId id="266" r:id="rId12"/>
    <p:sldId id="267" r:id="rId13"/>
    <p:sldId id="268" r:id="rId14"/>
    <p:sldId id="269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164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1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3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1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6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6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5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0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73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1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676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9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3472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44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89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6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1893257"/>
            <a:ext cx="5826719" cy="1646302"/>
          </a:xfrm>
        </p:spPr>
        <p:txBody>
          <a:bodyPr/>
          <a:lstStyle/>
          <a:p>
            <a:r>
              <a:rPr dirty="0"/>
              <a:t>Virtual Private Network (VPN)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CAB57B3-E64E-7AE1-D671-54574C674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 Abhay Kumar Angaria and Aayush Sharma  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23010603002, 23010603001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To:- Ms. Kanika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kapoor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614"/>
            <a:ext cx="6347714" cy="25032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 = Virtual Private Network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security technology that :-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encrypted tunnel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Hides real IP address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private communication</a:t>
            </a:r>
          </a:p>
        </p:txBody>
      </p:sp>
      <p:pic>
        <p:nvPicPr>
          <p:cNvPr id="8194" name="Picture 2" descr="What is a VPN? Definition, types, &amp; use cases | PDQ">
            <a:extLst>
              <a:ext uri="{FF2B5EF4-FFF2-40B4-BE49-F238E27FC236}">
                <a16:creationId xmlns:a16="http://schemas.microsoft.com/office/drawing/2014/main" id="{8D1865F4-4AB6-45BE-C9A5-78D8C0DFB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6" y="4326195"/>
            <a:ext cx="8143875" cy="22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VPN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843253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Based on Usage (Deployment) :-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VPN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Connects individual users to a private network (remote work)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Site-to-Site VPN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Connects multiple networks (office ↔ branch)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VPN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connection when switching networks (Wi-Fi ↔ mobile data)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MPLS VPN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Scalable enterprise network (less encryption by default)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8A33-7172-31A3-B7BA-E9F945E6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VPN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E971C-ACE4-C7F5-5B65-91E2DE46A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152"/>
            <a:ext cx="6961240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Based on Protocols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Technology) :-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PPTP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 but low security (outdated)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L2TP/IPsec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Better security, slight performance overhead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OpenVPN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Strong security, flexible, widely used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IKEv2/IPsec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Fast, stable, ideal for mobile devices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17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5136"/>
            <a:ext cx="6347713" cy="1320800"/>
          </a:xfrm>
        </p:spPr>
        <p:txBody>
          <a:bodyPr/>
          <a:lstStyle/>
          <a:p>
            <a:r>
              <a:rPr dirty="0"/>
              <a:t>Need of 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0602"/>
            <a:ext cx="4473678" cy="388077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personal data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public Wi-Fi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tracking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restricted content</a:t>
            </a:r>
          </a:p>
        </p:txBody>
      </p:sp>
      <p:pic>
        <p:nvPicPr>
          <p:cNvPr id="7170" name="Picture 2" descr="10 reasons why you need a VPN - Surfshark">
            <a:extLst>
              <a:ext uri="{FF2B5EF4-FFF2-40B4-BE49-F238E27FC236}">
                <a16:creationId xmlns:a16="http://schemas.microsoft.com/office/drawing/2014/main" id="{7A751FC8-69DC-823D-8DDD-A5CF66EF2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74" y="3541253"/>
            <a:ext cx="7993625" cy="312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0151"/>
            <a:ext cx="6347714" cy="388077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(IP masking)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Encryption of traffic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Bypass geo-restrictions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ISP throttling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remote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VPN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28586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Connect to VPN server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gets encrypted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Travels via secure tunnel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Server forwards request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Response returns securely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ehind the Secrets of VPN Communication for Beginners🛡️ | by Ali Azaz Alam  | Medium">
            <a:extLst>
              <a:ext uri="{FF2B5EF4-FFF2-40B4-BE49-F238E27FC236}">
                <a16:creationId xmlns:a16="http://schemas.microsoft.com/office/drawing/2014/main" id="{BBF3094B-B5AC-BEC9-93C1-0D95D991F7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0"/>
          <a:stretch>
            <a:fillRect/>
          </a:stretch>
        </p:blipFill>
        <p:spPr bwMode="auto">
          <a:xfrm>
            <a:off x="639097" y="1091381"/>
            <a:ext cx="6371377" cy="465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688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Encrypted Tunnel → VPN Server → Internet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→ Encrypted Tunnel → User</a:t>
            </a:r>
          </a:p>
        </p:txBody>
      </p:sp>
      <p:pic>
        <p:nvPicPr>
          <p:cNvPr id="2050" name="Picture 2" descr="Illustrated Diagram Showing How Vpn Works with User Device, Encrypted  Tunnel, Vpn Server, and Final Website. Concept of Internet Stock Photo -  Image of communication, server: 398355218">
            <a:extLst>
              <a:ext uri="{FF2B5EF4-FFF2-40B4-BE49-F238E27FC236}">
                <a16:creationId xmlns:a16="http://schemas.microsoft.com/office/drawing/2014/main" id="{AB2A341F-8363-228E-CA7A-C543CD9D1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2"/>
          <a:stretch>
            <a:fillRect/>
          </a:stretch>
        </p:blipFill>
        <p:spPr bwMode="auto">
          <a:xfrm>
            <a:off x="831817" y="3175819"/>
            <a:ext cx="6184490" cy="291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Steps of 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&amp; connection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encryption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tunneling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Decryption at server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End-to-end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Protocol Highlights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4C5B21-0C95-C3EF-E0DD-E72472AF6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1007" y="1683012"/>
            <a:ext cx="733178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PPTP – Fast but weak security (outdated)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L2TP/IPsec – More secure, slightly slower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OpenVPN – Highly secure, flexible, widely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IKEv2/IPsec – Fast, stable, best for mobile devices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to Choose 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encryption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No-logs policy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performance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Many servers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Multi-device support</a:t>
            </a:r>
          </a:p>
        </p:txBody>
      </p:sp>
      <p:pic>
        <p:nvPicPr>
          <p:cNvPr id="6146" name="Picture 2" descr="How to Choose a VPN? | A Complete Guide for Beginners">
            <a:extLst>
              <a:ext uri="{FF2B5EF4-FFF2-40B4-BE49-F238E27FC236}">
                <a16:creationId xmlns:a16="http://schemas.microsoft.com/office/drawing/2014/main" id="{61D80F7C-8450-9A49-3BDC-02D5CA4BA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368" y="1760126"/>
            <a:ext cx="4375355" cy="36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39409"/>
            <a:ext cx="6347713" cy="1320800"/>
          </a:xfrm>
        </p:spPr>
        <p:txBody>
          <a:bodyPr/>
          <a:lstStyle/>
          <a:p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90291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Privacy &amp; anonymity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transmission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Safe public Wi-Fi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 blocked content</a:t>
            </a:r>
          </a:p>
        </p:txBody>
      </p:sp>
      <p:pic>
        <p:nvPicPr>
          <p:cNvPr id="4098" name="Picture 2" descr="How a VPN works? Know the Advantages and Drawbacks">
            <a:extLst>
              <a:ext uri="{FF2B5EF4-FFF2-40B4-BE49-F238E27FC236}">
                <a16:creationId xmlns:a16="http://schemas.microsoft.com/office/drawing/2014/main" id="{6B6E50F8-C199-733B-E9E4-65257E691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72" y="3549445"/>
            <a:ext cx="6046838" cy="302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/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9984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Slower internet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VPNs log data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Blocked by websites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Paid services cost money</a:t>
            </a:r>
          </a:p>
        </p:txBody>
      </p:sp>
      <p:pic>
        <p:nvPicPr>
          <p:cNvPr id="5122" name="Picture 2" descr="Symlex VPN | Top Benefits and ...">
            <a:extLst>
              <a:ext uri="{FF2B5EF4-FFF2-40B4-BE49-F238E27FC236}">
                <a16:creationId xmlns:a16="http://schemas.microsoft.com/office/drawing/2014/main" id="{9694D07C-EAD3-DAEF-D70A-674C2B71A0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61"/>
          <a:stretch>
            <a:fillRect/>
          </a:stretch>
        </p:blipFill>
        <p:spPr bwMode="auto">
          <a:xfrm>
            <a:off x="943897" y="3814916"/>
            <a:ext cx="5338916" cy="26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FFB8-46D8-F6AD-AFCF-97C7D942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144" y="27686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9328629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262</TotalTime>
  <Words>383</Words>
  <Application>Microsoft Office PowerPoint</Application>
  <PresentationFormat>On-screen Show (4:3)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Trebuchet MS</vt:lpstr>
      <vt:lpstr>Wingdings 3</vt:lpstr>
      <vt:lpstr>Facet</vt:lpstr>
      <vt:lpstr>Virtual Private Network (VPN)</vt:lpstr>
      <vt:lpstr>Introduction</vt:lpstr>
      <vt:lpstr>Types of VPN</vt:lpstr>
      <vt:lpstr>Types of VPN</vt:lpstr>
      <vt:lpstr>Need of VPN</vt:lpstr>
      <vt:lpstr>Key Features of VPN</vt:lpstr>
      <vt:lpstr>How a VPN Works</vt:lpstr>
      <vt:lpstr>PowerPoint Presentation</vt:lpstr>
      <vt:lpstr>VPN Flow Diagram</vt:lpstr>
      <vt:lpstr>Working Steps of VPN</vt:lpstr>
      <vt:lpstr>VPN Protocol Highlights</vt:lpstr>
      <vt:lpstr>How to Choose VPN</vt:lpstr>
      <vt:lpstr>Advantages</vt:lpstr>
      <vt:lpstr>Drawbacks / Limitations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Night Mare</dc:creator>
  <cp:keywords/>
  <dc:description>generated using python-pptx</dc:description>
  <cp:lastModifiedBy>Night Mare</cp:lastModifiedBy>
  <cp:revision>9</cp:revision>
  <dcterms:created xsi:type="dcterms:W3CDTF">2013-01-27T09:14:16Z</dcterms:created>
  <dcterms:modified xsi:type="dcterms:W3CDTF">2026-04-07T08:45:42Z</dcterms:modified>
  <cp:category/>
</cp:coreProperties>
</file>